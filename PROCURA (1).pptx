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1.png"/><Relationship Id="rId4" Type="http://schemas.openxmlformats.org/officeDocument/2006/relationships/image" Target="../media/image-17-2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5.png"/><Relationship Id="rId8" Type="http://schemas.openxmlformats.org/officeDocument/2006/relationships/image" Target="../media/image-17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61401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PROCURA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88134"/>
            <a:ext cx="6296860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Development of Smart Procurement &amp; Purchase Order Management System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28C28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66640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28C28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 unified platform for modern procurement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50927"/>
            <a:ext cx="5770220" cy="2815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PROCURA is a full-stack web application that digitizes and centralizes the entire procurement lifecycle — from product browsing to payment and reporting.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Centralized workflow for requests, approvals, payments, tracking, and transparent feedback across all stakeholders.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202" y="1488380"/>
            <a:ext cx="4637269" cy="4637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47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PROCURA: Technology Stack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3460"/>
            <a:ext cx="10868745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PROCURA is built on a focused technology stack designed for a clean user experience, reliable backend performance, and streamlined communication.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3411934"/>
            <a:ext cx="5339820" cy="1971278"/>
          </a:xfrm>
          <a:prstGeom prst="roundRect">
            <a:avLst>
              <a:gd name="adj" fmla="val 8630"/>
            </a:avLst>
          </a:prstGeom>
          <a:solidFill>
            <a:srgbClr val="E5F9F2">
              <a:alpha val="95000"/>
            </a:srgbClr>
          </a:solidFill>
          <a:ln w="25399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3626346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 (React)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4035028"/>
            <a:ext cx="4911007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Dynamic, component-based user interfaces for an intuitive and responsive experience.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190301" y="3411934"/>
            <a:ext cx="5339919" cy="1971278"/>
          </a:xfrm>
          <a:prstGeom prst="roundRect">
            <a:avLst>
              <a:gd name="adj" fmla="val 8630"/>
            </a:avLst>
          </a:prstGeom>
          <a:solidFill>
            <a:srgbClr val="E5F9F2">
              <a:alpha val="95000"/>
            </a:srgbClr>
          </a:solidFill>
          <a:ln w="25399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4708" y="3626346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(Spring Boot)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04708" y="4035028"/>
            <a:ext cx="4911106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fast, scalable backend framework for handling business logic and application services.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055" y="0"/>
            <a:ext cx="640064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614017"/>
            <a:ext cx="477289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Module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88134"/>
            <a:ext cx="4772898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Empowering employees to browse, request, track, and report — all in one place.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24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Browse Products &amp; Catalog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5529"/>
            <a:ext cx="53170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Explore with confidence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69816"/>
            <a:ext cx="5317000" cy="2399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Comprehensive product catalog with detailed specifications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View pricing, availability, and product reviews at a glance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Filter by category, department, and specifications for precise discovery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982" y="2509143"/>
            <a:ext cx="5090489" cy="20798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8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Raise Purchase Requests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02545"/>
            <a:ext cx="3017167" cy="2046883"/>
          </a:xfrm>
          <a:prstGeom prst="roundRect">
            <a:avLst>
              <a:gd name="adj" fmla="val 8311"/>
            </a:avLst>
          </a:prstGeom>
          <a:solidFill>
            <a:srgbClr val="E5F9F2">
              <a:alpha val="95000"/>
            </a:srgbClr>
          </a:solidFill>
          <a:ln w="25399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316956"/>
            <a:ext cx="25883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Submit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801243"/>
            <a:ext cx="2588354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requests with quantity and full specifications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3867649" y="2102545"/>
            <a:ext cx="3017266" cy="2046883"/>
          </a:xfrm>
          <a:prstGeom prst="roundRect">
            <a:avLst>
              <a:gd name="adj" fmla="val 8311"/>
            </a:avLst>
          </a:prstGeom>
          <a:solidFill>
            <a:srgbClr val="E5F9F2">
              <a:alpha val="95000"/>
            </a:srgbClr>
          </a:solidFill>
          <a:ln w="25399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055" y="2316956"/>
            <a:ext cx="258845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Calculate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082055" y="2801243"/>
            <a:ext cx="2588453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Automatic cost calculation and purchase summary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61475" y="4338439"/>
            <a:ext cx="6223440" cy="1291034"/>
          </a:xfrm>
          <a:prstGeom prst="roundRect">
            <a:avLst>
              <a:gd name="adj" fmla="val 13177"/>
            </a:avLst>
          </a:prstGeom>
          <a:solidFill>
            <a:srgbClr val="E5F9F2">
              <a:alpha val="95000"/>
            </a:srgbClr>
          </a:solidFill>
          <a:ln w="25399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881" y="4552851"/>
            <a:ext cx="579462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Track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75881" y="5037138"/>
            <a:ext cx="5794627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request status from submission onward</a:t>
            </a:r>
            <a:endParaRPr lang="en-US" sz="18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2422" y="2327573"/>
            <a:ext cx="4184049" cy="3076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8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My Requests Dashboard &amp; CSV Reports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01986"/>
            <a:ext cx="65633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Centralized Request Hub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86273"/>
            <a:ext cx="656335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submitted requests in one dashboard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Approval status breakdown at a glance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Quick access to request history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14700"/>
            <a:ext cx="65633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Export &amp; Record-Keeping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798987"/>
            <a:ext cx="656335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Export request data as CSV for offline access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Includes user info, product details, quantities &amp; status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 a complete procurement history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336" y="1625600"/>
            <a:ext cx="3844134" cy="188595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336" y="3724176"/>
            <a:ext cx="3844134" cy="23823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055" y="0"/>
            <a:ext cx="640064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432645"/>
            <a:ext cx="1037108" cy="287139"/>
          </a:xfrm>
          <a:prstGeom prst="roundRect">
            <a:avLst>
              <a:gd name="adj" fmla="val 47396"/>
            </a:avLst>
          </a:prstGeom>
          <a:solidFill>
            <a:srgbClr val="CCFFEF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489299"/>
            <a:ext cx="141988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795389"/>
            <a:ext cx="477289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Manager Module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669506"/>
            <a:ext cx="4772898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Oversight, control, and informed decision-making across all procurement requests.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24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28C28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Approve or Reject Requests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5561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28C28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Informed decision-making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39901"/>
            <a:ext cx="5203794" cy="151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Managers receive a complete view of every pending purchase request — including product details, quantities, requester information, and cost breakdowns.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221659"/>
            <a:ext cx="5203794" cy="157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Review pending requests with full contextual details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 or reject with structured feedback comments</a:t>
            </a:r>
            <a:endParaRPr lang="en-US" sz="1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551708"/>
            <a:ext cx="5203794" cy="1877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97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Process Payments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18197"/>
            <a:ext cx="4863879" cy="2399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Secure payment processing with multiple methods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PhonePe integration for seamless transactions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Payment confirmation and authorization workflow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861" y="2196505"/>
            <a:ext cx="5543610" cy="33391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79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Manager CSV Reports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18197"/>
            <a:ext cx="4863879" cy="2399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Export comprehensive approval and payment data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 request approvals, rejections, and feedback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 reports for compliance and auditing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861" y="2544663"/>
            <a:ext cx="5543610" cy="26427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350" y="2096591"/>
            <a:ext cx="5702554" cy="2664817"/>
          </a:xfrm>
          <a:prstGeom prst="roundRect">
            <a:avLst>
              <a:gd name="adj" fmla="val 10214"/>
            </a:avLst>
          </a:prstGeom>
          <a:solidFill>
            <a:srgbClr val="1A1A1A">
              <a:alpha val="9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14357" y="2285603"/>
            <a:ext cx="532454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Provide Feedback &amp; Reviews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14357" y="3655913"/>
            <a:ext cx="532454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Submit feedback on product quality and delivery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Rate supplier performance and service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Contribute to transparent review system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287" y="2568377"/>
            <a:ext cx="4977184" cy="17212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055" y="0"/>
            <a:ext cx="640064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425005"/>
            <a:ext cx="477289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Supplier Module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299123"/>
            <a:ext cx="4772898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Seamless integration for suppliers to receive, fulfill, and manage purchase orders efficiently.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40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Add &amp; Manage Products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8227"/>
            <a:ext cx="5430305" cy="202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product listings with name, price, quantity, category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 product images and detailed descriptions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 inventory and product specifications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287" y="2210792"/>
            <a:ext cx="4977184" cy="33105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35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View Product Catalog &amp; Reviews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07109"/>
            <a:ext cx="4863879" cy="202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 all listed products and their performance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 product reviews and customer ratings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 product visibility and availability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861" y="2620268"/>
            <a:ext cx="5543610" cy="24914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50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Track Request Status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29185"/>
            <a:ext cx="5203794" cy="2777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 request progress through the entire approval pipeline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View delivery tracking details and estimated timelines for dispatched items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 real-time status updates: 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dirty="0">
                <a:solidFill>
                  <a:srgbClr val="FF8C4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Requested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F5F5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dirty="0">
                <a:solidFill>
                  <a:srgbClr val="FF8C4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 Review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F5F5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dirty="0">
                <a:solidFill>
                  <a:srgbClr val="FF8C4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Approved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F5F5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dirty="0">
                <a:solidFill>
                  <a:srgbClr val="FF8C4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 Transit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F5F5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dirty="0">
                <a:solidFill>
                  <a:srgbClr val="FF8C4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Delivered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581176"/>
            <a:ext cx="5203794" cy="25695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54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Benefits &amp; Workflow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84102"/>
            <a:ext cx="5339820" cy="1593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398514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Transparency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807196"/>
            <a:ext cx="4809409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stakeholders have real-time visibility into requests, approvals, and payments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184102"/>
            <a:ext cx="5339919" cy="15933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398514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Efficiency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807196"/>
            <a:ext cx="4809509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workflows reduce manual processing and approval times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66468"/>
            <a:ext cx="5339820" cy="16760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180880"/>
            <a:ext cx="4809409" cy="124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850" dirty="0">
                <a:solidFill>
                  <a:srgbClr val="FF8C4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Accountability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Complete audit trail with CSV reports for compliance</a:t>
            </a:r>
            <a:endParaRPr lang="en-US" sz="1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3966468"/>
            <a:ext cx="5339919" cy="16760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6305" y="418088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Scalability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506305" y="4589562"/>
            <a:ext cx="4809509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Centralized system supports growing procurement needs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80779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150" b="1" dirty="0">
                <a:solidFill>
                  <a:srgbClr val="FF8C42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You!</a:t>
            </a:r>
            <a:endParaRPr lang="en-US" sz="1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2026-09-16T10:52:30Z</dcterms:created>
  <dcterms:modified xsi:type="dcterms:W3CDTF">2026-09-16T10:52:30Z</dcterms:modified>
</cp:coreProperties>
</file>